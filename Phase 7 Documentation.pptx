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1323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200" b="1">
                <a:solidFill>
                  <a:srgbClr val="121F35"/>
                </a:solidFill>
                <a:latin typeface="Aptos"/>
              </a:rPr>
              <a:t>LegalEase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70408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2A5B9B"/>
                </a:solidFill>
                <a:latin typeface="Aptos"/>
              </a:rPr>
              <a:t>AI-Powered Legal Document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4114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D29B37"/>
                </a:solidFill>
                <a:latin typeface="Aptos"/>
              </a:rPr>
              <a:t>PROJECT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56432"/>
            <a:ext cx="66751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5B697D"/>
                </a:solidFill>
                <a:latin typeface="Aptos"/>
              </a:rPr>
              <a:t>Second Year B.Sc. Artificial Intelligence and Machine Learning (AI and 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617720"/>
            <a:ext cx="5669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Team Leader  •  M. Priyanka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532120"/>
            <a:ext cx="6675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1807E"/>
                </a:solidFill>
                <a:latin typeface="Aptos"/>
              </a:rPr>
              <a:t>Structured input  →  AI generation  →  Formatted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417320"/>
            <a:ext cx="201168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81160" y="1965960"/>
            <a:ext cx="201168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81160" y="2514600"/>
            <a:ext cx="201168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81160" y="3063240"/>
            <a:ext cx="201168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3977639"/>
            <a:ext cx="22860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"/>
              </a:rPr>
              <a:t>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15087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4526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M. Priyanka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45262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Team Member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150876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01368"/>
            <a:ext cx="4526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C. Deepa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45262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Team Member 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4008" cy="150876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13048"/>
            <a:ext cx="4526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B. Priyadharshini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97680"/>
            <a:ext cx="45262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Team Member 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1188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11880"/>
            <a:ext cx="64008" cy="15087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813048"/>
            <a:ext cx="45262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A. Nethra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297680"/>
            <a:ext cx="452628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Team Member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Project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5661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2971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AI-assisted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297180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Generate a first draft of a legal document from structured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60"/>
            <a:ext cx="914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A5B9B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600200"/>
            <a:ext cx="64008" cy="356616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801368"/>
            <a:ext cx="2971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Browser-based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86000"/>
            <a:ext cx="297180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Use the application through a simple browser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5394960"/>
            <a:ext cx="914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1807E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00200"/>
            <a:ext cx="3429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600200"/>
            <a:ext cx="64008" cy="356616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801368"/>
            <a:ext cx="2971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Structured → formatted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286000"/>
            <a:ext cx="297180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Collect document type, parties, terms and dates, then present formatted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394960"/>
            <a:ext cx="914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D29B3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" cy="205740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187451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06040"/>
            <a:ext cx="1874519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146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5B697D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2024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64008" cy="205740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121408"/>
            <a:ext cx="187451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606040"/>
            <a:ext cx="1874519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146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5B697D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2024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920240"/>
            <a:ext cx="64008" cy="205740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121408"/>
            <a:ext cx="187451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GEMINI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606040"/>
            <a:ext cx="1874519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514600"/>
            <a:ext cx="457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5B697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920240"/>
            <a:ext cx="2331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920240"/>
            <a:ext cx="64008" cy="205740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2121408"/>
            <a:ext cx="1874519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606040"/>
            <a:ext cx="1874519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Preview / DOCX / 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92040"/>
            <a:ext cx="102412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121F35"/>
                </a:solidFill>
                <a:latin typeface="Aptos"/>
              </a:rPr>
              <a:t>Streamlit Frontend  →  FastAPI Backend  →  Gemini AI  →  Generated Draft  →  Preview / DOCX /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5661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47548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475488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Document type
Parties
Terms
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64008" cy="356616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01368"/>
            <a:ext cx="47548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Quality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475488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Validation
Usability
Modularity
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35661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5564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0280"/>
            <a:ext cx="292608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Python
Streamlit
FastAPI
Uvicorn
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64008" cy="356616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75564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Core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40280"/>
            <a:ext cx="292608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GeminiDocumentGenerator
AI-assisted document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64008" cy="356616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75564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Formatting Utilities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40280"/>
            <a:ext cx="2926080" cy="2697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Document formatting
Preview support
DOCX / PDF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64008" cy="15087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755648"/>
            <a:ext cx="46177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Startup &amp;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0280"/>
            <a:ext cx="46177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Verify application startup and API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64008" cy="150876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55648"/>
            <a:ext cx="46177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AI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40280"/>
            <a:ext cx="46177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Test generation behavior and responses.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39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20439"/>
            <a:ext cx="64008" cy="150876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21607"/>
            <a:ext cx="46177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Formatting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06240"/>
            <a:ext cx="46177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Check preview and document formatting.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520439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520439"/>
            <a:ext cx="64008" cy="150876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721607"/>
            <a:ext cx="46177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Security &amp;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206240"/>
            <a:ext cx="46177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Perform external-service and security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21F35"/>
                </a:solidFill>
                <a:latin typeface="Aptos"/>
              </a:defRPr>
            </a:pPr>
            <a:r>
              <a:t>• Project overview</a:t>
            </a:r>
          </a:p>
          <a:p>
            <a:pPr>
              <a:spcAft>
                <a:spcPts val="1000"/>
              </a:spcAft>
              <a:defRPr sz="1900">
                <a:solidFill>
                  <a:srgbClr val="121F35"/>
                </a:solidFill>
                <a:latin typeface="Aptos"/>
              </a:defRPr>
            </a:pPr>
            <a:r>
              <a:t>• Working process</a:t>
            </a:r>
          </a:p>
          <a:p>
            <a:pPr>
              <a:spcAft>
                <a:spcPts val="1000"/>
              </a:spcAft>
              <a:defRPr sz="1900">
                <a:solidFill>
                  <a:srgbClr val="121F35"/>
                </a:solidFill>
                <a:latin typeface="Aptos"/>
              </a:defRPr>
            </a:pPr>
            <a:r>
              <a:t>• Module description</a:t>
            </a:r>
          </a:p>
          <a:p>
            <a:pPr>
              <a:spcAft>
                <a:spcPts val="1000"/>
              </a:spcAft>
              <a:defRPr sz="1900">
                <a:solidFill>
                  <a:srgbClr val="121F35"/>
                </a:solidFill>
                <a:latin typeface="Aptos"/>
              </a:defRPr>
            </a:pPr>
            <a:r>
              <a:t>• User guidance and disclaimer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54480"/>
            <a:ext cx="448056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554480"/>
            <a:ext cx="64008" cy="3749039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5432" y="1755648"/>
            <a:ext cx="40233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Documentation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2240280"/>
            <a:ext cx="4023360" cy="288035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Clear project explanation
Easy-to-follow workflow
Module-level understanding
Responsible use guidance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23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246888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19659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Show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14600"/>
            <a:ext cx="1965960" cy="1600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Step 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423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64008" cy="246888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029968"/>
            <a:ext cx="19659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Run backend &amp;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514600"/>
            <a:ext cx="1965960" cy="1600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Step 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423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828800"/>
            <a:ext cx="64008" cy="246888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029968"/>
            <a:ext cx="19659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Enter sample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514600"/>
            <a:ext cx="1965960" cy="1600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Step 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423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828800"/>
            <a:ext cx="64008" cy="246888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1" y="2029968"/>
            <a:ext cx="196596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Generate and display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1" y="2514600"/>
            <a:ext cx="1965960" cy="1600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9875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121F35"/>
                </a:solidFill>
                <a:latin typeface="Aptos"/>
              </a:rPr>
              <a:t>VS Code  →  Application  →  Input  →  AI-generated 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121F35"/>
                </a:solidFill>
                <a:latin typeface="Aptos"/>
              </a:rPr>
              <a:t>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21207"/>
            <a:ext cx="502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400" b="1">
                <a:solidFill>
                  <a:srgbClr val="2A5B9B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1" cy="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429000"/>
          </a:xfrm>
          <a:prstGeom prst="rect">
            <a:avLst/>
          </a:prstGeom>
          <a:solidFill>
            <a:srgbClr val="2A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AI-Assisted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292608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Structured legal-document draft generated from the supplied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3429000"/>
          </a:xfrm>
          <a:prstGeom prst="rect">
            <a:avLst/>
          </a:prstGeom>
          <a:solidFill>
            <a:srgbClr val="21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80136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Formatted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86000"/>
            <a:ext cx="292608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Preview and supported document output such as DOCX / PDF.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832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3429000"/>
          </a:xfrm>
          <a:prstGeom prst="rect">
            <a:avLst/>
          </a:prstGeom>
          <a:solidFill>
            <a:srgbClr val="D2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801368"/>
            <a:ext cx="292608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121F35"/>
                </a:solidFill>
                <a:latin typeface="Aptos"/>
              </a:rPr>
              <a:t>Responsible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286000"/>
            <a:ext cx="292608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5B697D"/>
                </a:solidFill>
                <a:latin typeface="Aptos"/>
              </a:rPr>
              <a:t>Human review is required before real-world 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2A5B9B"/>
                </a:solidFill>
                <a:latin typeface="Aptos"/>
              </a:rPr>
              <a:t>LEGAL 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715000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300" b="0">
                <a:solidFill>
                  <a:srgbClr val="5B697D"/>
                </a:solidFill>
                <a:latin typeface="Aptos"/>
              </a:rPr>
              <a:t>AI-assisted • Structured • Formatted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